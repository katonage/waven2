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E4490-C981-B477-2E85-1DDA5BE9F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FDB93C-96EB-CAA5-0493-B2F86F20B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75C32-750E-976A-9569-6DC499AEA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9350FC-7AF7-0421-598B-23FF07BB4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E6AA18-117B-1D7E-7712-EA02009DE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16001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7B4B2-0606-7C78-9CDD-26922E61E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B249C-6C98-0CB9-D180-C911CD4C0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14409-E18E-3B0F-8AFD-573B4385F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2704E-8E7D-EE10-1CE9-6110CC7B2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2AB88-61F1-F828-6E5C-9472D080A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43589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8A201-1DE1-3BD2-CD17-EE2304AC3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ED41FA-5009-79CB-7360-8816FC9FE1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A84C5-4315-B73D-F9B2-B6272F0B4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631876-E051-6959-15EE-F4C1623E6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23398-F19A-B677-9571-6722C9ED0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567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602B6-DFEC-60D7-5F30-4BFA42D59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FDB62-470B-2E34-9173-B18CFABC1A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FDCB9-A130-B0C5-306E-05A18404B8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9F5ACF-F7B8-A6F6-9110-963AD0048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F0D47D-FDA7-7F99-887A-997E06BCD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9BC0BC-480F-CC4E-3C50-B7CA00F1F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46807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280DE-C957-5D2C-54AE-238B781A7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9BEEAC-BB9D-4891-D300-16A222A25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1CB204-8148-5408-F368-40BAD997B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8C85D-28D9-1EDE-D790-63BC8FF34D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27AB6F-BD13-46A4-13F1-B1A253C3F1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CECC91-AC5E-5926-0381-4AD6C7CE6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083B0E-DBA8-9405-1F43-8F5EAABF9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9F44E8-24E9-BACE-323D-2F6D00F07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77770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3BCFA-9777-82D2-F32C-B3262E17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8612DE-C70C-2C4E-A704-F46F41264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5A44A1-70AD-F79F-293B-D98BBAE4B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2C5CE6-F711-6F0A-41AE-41CEEB19B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00640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2A8B68-FABE-577A-B35F-279DDBE44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929416-894C-71EE-777E-19C1B9E4A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7A6836-6FBF-BAA4-0392-FBAA3BBD7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921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FF497-9014-C0B4-B846-555B2568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93DC2-BDA2-784C-2670-D55D05B25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BADF4-1D88-65A6-2C74-720037628D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25D490-7826-0CE5-07B0-B5F5861E9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724102-A4BF-CF4E-D07C-8701778DD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06B160-4C3D-AFBA-B270-F9E415336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1306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03FA4-B7D2-E0FC-38A1-C2F8CEFC8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C067F7-7F25-86FB-14F3-4CFF14E2B1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CC79FF-1624-69D9-8927-ED2F90B49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05E2F-CD09-C46B-392F-4E6E39805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DF1758-F244-A302-0D5E-38D3D4672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EE115-421F-4DF0-DDF2-8BE41E658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4625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B2D8D-1497-600C-1260-E510E6D6D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A74669-2370-A17D-4B79-C92BDA971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3130AC-ADA4-04EA-0A3B-C66C9B3E2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74FF2-FD9A-A804-D5E9-528EBAF9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E3C2A0-858D-ACFF-FDC1-085A1E20B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4534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F69378-DC36-3973-B5E2-79FAE90D6B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A3486A-5594-12BD-1D84-C01341519A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94E04-F4C4-114A-E658-FD46DAF3F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374CD-1F5F-988B-28E7-9BD4742D4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BCFC7-0529-54A1-2A31-423FA6F80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80320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91C158-8E9F-8706-BEF9-214A661E5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1077B-B91B-3538-5E06-5BC526B83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1A082-A0F4-E26A-E492-70148328D4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7CD7DF-6172-4688-BB16-5EFDD80F3786}" type="datetimeFigureOut">
              <a:rPr lang="hu-HU" smtClean="0"/>
              <a:t>2026. 05. 26.</a:t>
            </a:fld>
            <a:endParaRPr lang="hu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41D69-52DE-DDE8-14B7-38070490BF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763FB-84A7-3F1F-6341-0D8811F371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0AA7A1-1907-46E3-9D42-DDA8DCF511E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6905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2C395-4207-EA70-AD6B-8D9A159C7B2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waven2 </a:t>
            </a:r>
            <a:r>
              <a:rPr lang="hu-HU" dirty="0" err="1"/>
              <a:t>figures</a:t>
            </a:r>
            <a:endParaRPr lang="hu-H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6853CB-1B0D-3ADC-B18F-3F81F1E516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2458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23262-AF4B-BCC8-1B5B-112E19A66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Flowchart</a:t>
            </a:r>
            <a:r>
              <a:rPr lang="hu-HU" noProof="0" dirty="0"/>
              <a:t> – </a:t>
            </a:r>
            <a:r>
              <a:rPr lang="hu-HU" noProof="0" dirty="0" err="1"/>
              <a:t>according</a:t>
            </a:r>
            <a:r>
              <a:rPr lang="hu-HU" noProof="0" dirty="0"/>
              <a:t> </a:t>
            </a:r>
            <a:r>
              <a:rPr lang="hu-HU" noProof="0" dirty="0" err="1"/>
              <a:t>to</a:t>
            </a:r>
            <a:r>
              <a:rPr lang="hu-HU" noProof="0" dirty="0"/>
              <a:t> </a:t>
            </a:r>
            <a:r>
              <a:rPr lang="da-DK" dirty="0"/>
              <a:t>Skriabine S. et al 2026.</a:t>
            </a:r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94F2CD-B4C1-096E-BB4E-EAD5D2C83A88}"/>
              </a:ext>
            </a:extLst>
          </p:cNvPr>
          <p:cNvSpPr/>
          <p:nvPr/>
        </p:nvSpPr>
        <p:spPr>
          <a:xfrm>
            <a:off x="3257549" y="1038225"/>
            <a:ext cx="1781175" cy="628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Stimulus video displayed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EEDB08-73B8-7360-108A-EF40B9E46B1E}"/>
              </a:ext>
            </a:extLst>
          </p:cNvPr>
          <p:cNvSpPr/>
          <p:nvPr/>
        </p:nvSpPr>
        <p:spPr>
          <a:xfrm>
            <a:off x="6581774" y="1038225"/>
            <a:ext cx="3314701" cy="628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Measured data decomposed to individual units/cells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C4800D-2A4D-F60D-C203-3E6902308DBD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133850" y="1666875"/>
            <a:ext cx="14287" cy="12620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B39FF14-5F00-043D-C5C7-937D5C0C871F}"/>
              </a:ext>
            </a:extLst>
          </p:cNvPr>
          <p:cNvCxnSpPr>
            <a:cxnSpLocks/>
            <a:stCxn id="5" idx="2"/>
            <a:endCxn id="33" idx="0"/>
          </p:cNvCxnSpPr>
          <p:nvPr/>
        </p:nvCxnSpPr>
        <p:spPr>
          <a:xfrm>
            <a:off x="8239125" y="1666875"/>
            <a:ext cx="19050" cy="20825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33436AF-4856-6B03-1A7B-ED042BA0EDBB}"/>
              </a:ext>
            </a:extLst>
          </p:cNvPr>
          <p:cNvSpPr/>
          <p:nvPr/>
        </p:nvSpPr>
        <p:spPr>
          <a:xfrm>
            <a:off x="3257550" y="1943100"/>
            <a:ext cx="6638926" cy="628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Align and crop to the useful time intervals</a:t>
            </a:r>
          </a:p>
          <a:p>
            <a:pPr algn="ctr"/>
            <a:r>
              <a:rPr lang="en-US" noProof="0" dirty="0"/>
              <a:t>Resample to the same timesteps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3F4A74-2CA3-406B-8747-0A9E3C88E414}"/>
              </a:ext>
            </a:extLst>
          </p:cNvPr>
          <p:cNvSpPr txBox="1"/>
          <p:nvPr/>
        </p:nvSpPr>
        <p:spPr>
          <a:xfrm>
            <a:off x="10525125" y="1167884"/>
            <a:ext cx="527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DIY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CD5F0E-105E-AB3D-3552-1BE6C1A16AB6}"/>
              </a:ext>
            </a:extLst>
          </p:cNvPr>
          <p:cNvSpPr txBox="1"/>
          <p:nvPr/>
        </p:nvSpPr>
        <p:spPr>
          <a:xfrm>
            <a:off x="10523208" y="2072759"/>
            <a:ext cx="527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DIY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538A67-F0D8-C68D-CB88-AEEC8C9CE8BF}"/>
              </a:ext>
            </a:extLst>
          </p:cNvPr>
          <p:cNvSpPr/>
          <p:nvPr/>
        </p:nvSpPr>
        <p:spPr>
          <a:xfrm>
            <a:off x="504827" y="2406370"/>
            <a:ext cx="1862136" cy="90011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Define analysis/library parameters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BC8649-EA86-A35E-78A5-8F9B9BE8927A}"/>
              </a:ext>
            </a:extLst>
          </p:cNvPr>
          <p:cNvCxnSpPr>
            <a:cxnSpLocks/>
            <a:stCxn id="15" idx="2"/>
            <a:endCxn id="18" idx="0"/>
          </p:cNvCxnSpPr>
          <p:nvPr/>
        </p:nvCxnSpPr>
        <p:spPr>
          <a:xfrm>
            <a:off x="1435895" y="3306483"/>
            <a:ext cx="0" cy="255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FE48E9E0-4C1B-EBF1-14A6-8F6E4F8C7D45}"/>
              </a:ext>
            </a:extLst>
          </p:cNvPr>
          <p:cNvSpPr/>
          <p:nvPr/>
        </p:nvSpPr>
        <p:spPr>
          <a:xfrm>
            <a:off x="504827" y="3562349"/>
            <a:ext cx="1862136" cy="48185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Generate library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774DCA-FBAC-1131-5DB2-6177F07815A0}"/>
              </a:ext>
            </a:extLst>
          </p:cNvPr>
          <p:cNvSpPr/>
          <p:nvPr/>
        </p:nvSpPr>
        <p:spPr>
          <a:xfrm>
            <a:off x="3217068" y="2933699"/>
            <a:ext cx="1862136" cy="6286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Spatial crop and </a:t>
            </a:r>
            <a:r>
              <a:rPr lang="en-US" noProof="0" dirty="0" err="1"/>
              <a:t>downsample</a:t>
            </a:r>
            <a:endParaRPr lang="en-US" noProof="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963E46A-4902-05B8-316A-E44A72249F4F}"/>
              </a:ext>
            </a:extLst>
          </p:cNvPr>
          <p:cNvCxnSpPr>
            <a:stCxn id="15" idx="3"/>
            <a:endCxn id="19" idx="1"/>
          </p:cNvCxnSpPr>
          <p:nvPr/>
        </p:nvCxnSpPr>
        <p:spPr>
          <a:xfrm>
            <a:off x="2366963" y="2856427"/>
            <a:ext cx="850105" cy="3915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506DD828-2A8D-5B86-DDF3-6A059B7C79C6}"/>
              </a:ext>
            </a:extLst>
          </p:cNvPr>
          <p:cNvSpPr/>
          <p:nvPr/>
        </p:nvSpPr>
        <p:spPr>
          <a:xfrm>
            <a:off x="3217068" y="3817562"/>
            <a:ext cx="1862136" cy="6286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Gabor decompose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BFA7B79-4FAC-EA1D-8B60-3AF2479EDBC6}"/>
              </a:ext>
            </a:extLst>
          </p:cNvPr>
          <p:cNvCxnSpPr>
            <a:stCxn id="19" idx="2"/>
            <a:endCxn id="25" idx="0"/>
          </p:cNvCxnSpPr>
          <p:nvPr/>
        </p:nvCxnSpPr>
        <p:spPr>
          <a:xfrm>
            <a:off x="4148136" y="3562349"/>
            <a:ext cx="0" cy="2552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4430EE1-0D82-088B-F578-EE15BBF2ED29}"/>
              </a:ext>
            </a:extLst>
          </p:cNvPr>
          <p:cNvCxnSpPr>
            <a:stCxn id="18" idx="3"/>
            <a:endCxn id="25" idx="1"/>
          </p:cNvCxnSpPr>
          <p:nvPr/>
        </p:nvCxnSpPr>
        <p:spPr>
          <a:xfrm>
            <a:off x="2366963" y="3803276"/>
            <a:ext cx="850105" cy="328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D82AC4EC-E0E0-1A68-560A-0A4B2B503EAD}"/>
              </a:ext>
            </a:extLst>
          </p:cNvPr>
          <p:cNvSpPr/>
          <p:nvPr/>
        </p:nvSpPr>
        <p:spPr>
          <a:xfrm>
            <a:off x="7327107" y="3749440"/>
            <a:ext cx="1862136" cy="868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Correlate and calculate tuning curves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5AE558D-6ABD-A879-6DDE-A45CDB27673A}"/>
              </a:ext>
            </a:extLst>
          </p:cNvPr>
          <p:cNvCxnSpPr>
            <a:stCxn id="25" idx="3"/>
            <a:endCxn id="33" idx="1"/>
          </p:cNvCxnSpPr>
          <p:nvPr/>
        </p:nvCxnSpPr>
        <p:spPr>
          <a:xfrm>
            <a:off x="5079204" y="4131887"/>
            <a:ext cx="2247903" cy="51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DD9A3C2C-ADE4-9B87-6407-EC37CF88FBCC}"/>
              </a:ext>
            </a:extLst>
          </p:cNvPr>
          <p:cNvSpPr/>
          <p:nvPr/>
        </p:nvSpPr>
        <p:spPr>
          <a:xfrm>
            <a:off x="7327107" y="4897446"/>
            <a:ext cx="1862136" cy="868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noProof="0" dirty="0" err="1"/>
              <a:t>Full</a:t>
            </a:r>
            <a:r>
              <a:rPr lang="hu-HU" noProof="0" dirty="0"/>
              <a:t> modell fit</a:t>
            </a:r>
            <a:endParaRPr lang="en-US" noProof="0" dirty="0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608FEAE-8ED6-3913-34A1-254B4C80619A}"/>
              </a:ext>
            </a:extLst>
          </p:cNvPr>
          <p:cNvCxnSpPr>
            <a:stCxn id="33" idx="2"/>
            <a:endCxn id="39" idx="0"/>
          </p:cNvCxnSpPr>
          <p:nvPr/>
        </p:nvCxnSpPr>
        <p:spPr>
          <a:xfrm>
            <a:off x="8258175" y="4617759"/>
            <a:ext cx="0" cy="2796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ight Brace 44">
            <a:extLst>
              <a:ext uri="{FF2B5EF4-FFF2-40B4-BE49-F238E27FC236}">
                <a16:creationId xmlns:a16="http://schemas.microsoft.com/office/drawing/2014/main" id="{5E45B623-4E4E-1DFD-B8D0-46CB833BB0CC}"/>
              </a:ext>
            </a:extLst>
          </p:cNvPr>
          <p:cNvSpPr/>
          <p:nvPr/>
        </p:nvSpPr>
        <p:spPr>
          <a:xfrm rot="5400000">
            <a:off x="2713433" y="4346076"/>
            <a:ext cx="352425" cy="4102892"/>
          </a:xfrm>
          <a:prstGeom prst="righ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65D574-4C87-1278-24D5-0F910CD32A6C}"/>
              </a:ext>
            </a:extLst>
          </p:cNvPr>
          <p:cNvSpPr txBox="1"/>
          <p:nvPr/>
        </p:nvSpPr>
        <p:spPr>
          <a:xfrm>
            <a:off x="1728245" y="6488668"/>
            <a:ext cx="2518062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Run and store per video</a:t>
            </a:r>
          </a:p>
        </p:txBody>
      </p:sp>
      <p:sp>
        <p:nvSpPr>
          <p:cNvPr id="47" name="Right Brace 46">
            <a:extLst>
              <a:ext uri="{FF2B5EF4-FFF2-40B4-BE49-F238E27FC236}">
                <a16:creationId xmlns:a16="http://schemas.microsoft.com/office/drawing/2014/main" id="{5209A617-EEE8-088E-7B35-0572F5EACE39}"/>
              </a:ext>
            </a:extLst>
          </p:cNvPr>
          <p:cNvSpPr/>
          <p:nvPr/>
        </p:nvSpPr>
        <p:spPr>
          <a:xfrm rot="5400000">
            <a:off x="8054578" y="5358210"/>
            <a:ext cx="352425" cy="1916904"/>
          </a:xfrm>
          <a:prstGeom prst="righ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74C058-8369-0972-8877-8299B2C6BE39}"/>
              </a:ext>
            </a:extLst>
          </p:cNvPr>
          <p:cNvSpPr txBox="1"/>
          <p:nvPr/>
        </p:nvSpPr>
        <p:spPr>
          <a:xfrm>
            <a:off x="7147970" y="6485450"/>
            <a:ext cx="2400337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Run per measurement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0095EC-3C6A-46AC-FFBB-DD18C6C6C64F}"/>
              </a:ext>
            </a:extLst>
          </p:cNvPr>
          <p:cNvSpPr txBox="1"/>
          <p:nvPr/>
        </p:nvSpPr>
        <p:spPr>
          <a:xfrm>
            <a:off x="0" y="3248379"/>
            <a:ext cx="21526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200" dirty="0"/>
              <a:t>1_gabor_test.ipynb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011B4C-9BFF-4879-1EC7-F49CAB9B7CC9}"/>
              </a:ext>
            </a:extLst>
          </p:cNvPr>
          <p:cNvSpPr txBox="1"/>
          <p:nvPr/>
        </p:nvSpPr>
        <p:spPr>
          <a:xfrm>
            <a:off x="-1" y="4042118"/>
            <a:ext cx="24765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2_gabor_library_generation.ipynb</a:t>
            </a:r>
            <a:endParaRPr lang="hu-HU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1173D9-8179-5969-1290-8DAA632A8C3C}"/>
              </a:ext>
            </a:extLst>
          </p:cNvPr>
          <p:cNvSpPr txBox="1"/>
          <p:nvPr/>
        </p:nvSpPr>
        <p:spPr>
          <a:xfrm>
            <a:off x="3452307" y="4501215"/>
            <a:ext cx="20912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100" dirty="0"/>
              <a:t>3_video_decomposition.ipynb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9B777D-8D04-3C67-59E7-3EC54C20B593}"/>
              </a:ext>
            </a:extLst>
          </p:cNvPr>
          <p:cNvSpPr txBox="1"/>
          <p:nvPr/>
        </p:nvSpPr>
        <p:spPr>
          <a:xfrm>
            <a:off x="9189243" y="4042118"/>
            <a:ext cx="28979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100" dirty="0"/>
              <a:t>4_simple_feature_estimation_test.ipynb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09DCD1-B441-5D37-5F24-01C39514CB69}"/>
              </a:ext>
            </a:extLst>
          </p:cNvPr>
          <p:cNvSpPr txBox="1"/>
          <p:nvPr/>
        </p:nvSpPr>
        <p:spPr>
          <a:xfrm>
            <a:off x="9189243" y="4658156"/>
            <a:ext cx="27813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100" dirty="0"/>
              <a:t>5_complex_feature_estimation_test.ipynb</a:t>
            </a:r>
          </a:p>
          <a:p>
            <a:r>
              <a:rPr lang="hu-HU" sz="1100" dirty="0"/>
              <a:t>6_sophie_modell_test.ipynb</a:t>
            </a:r>
          </a:p>
        </p:txBody>
      </p:sp>
    </p:spTree>
    <p:extLst>
      <p:ext uri="{BB962C8B-B14F-4D97-AF65-F5344CB8AC3E}">
        <p14:creationId xmlns:p14="http://schemas.microsoft.com/office/powerpoint/2010/main" val="247886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B1D3A-3EBB-A411-3E86-9BB870DF6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ADD8C-F740-9060-DFB7-2ED31CCD4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315912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Flowchart</a:t>
            </a:r>
            <a:r>
              <a:rPr lang="hu-HU" noProof="0" dirty="0"/>
              <a:t> – </a:t>
            </a:r>
            <a:r>
              <a:rPr lang="hu-HU" noProof="0" dirty="0" err="1"/>
              <a:t>upgraded</a:t>
            </a:r>
            <a:endParaRPr lang="en-US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F24305-2384-C3EB-5DCC-14515635AFFA}"/>
              </a:ext>
            </a:extLst>
          </p:cNvPr>
          <p:cNvSpPr/>
          <p:nvPr/>
        </p:nvSpPr>
        <p:spPr>
          <a:xfrm>
            <a:off x="3257549" y="1038225"/>
            <a:ext cx="1781175" cy="628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Stimulus video displayed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2858C7-E5A0-B21E-6B41-7FDDC8C5230A}"/>
              </a:ext>
            </a:extLst>
          </p:cNvPr>
          <p:cNvSpPr/>
          <p:nvPr/>
        </p:nvSpPr>
        <p:spPr>
          <a:xfrm>
            <a:off x="6581774" y="1038225"/>
            <a:ext cx="3314701" cy="628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Measured data decomposed to individual units/cells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54B32CF-D457-DAAD-AFD7-1A5725424B06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133850" y="1666875"/>
            <a:ext cx="14287" cy="12620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3395FA-9C42-5D75-0E1D-ED2BBA4EC0C9}"/>
              </a:ext>
            </a:extLst>
          </p:cNvPr>
          <p:cNvCxnSpPr>
            <a:cxnSpLocks/>
            <a:stCxn id="5" idx="2"/>
            <a:endCxn id="33" idx="0"/>
          </p:cNvCxnSpPr>
          <p:nvPr/>
        </p:nvCxnSpPr>
        <p:spPr>
          <a:xfrm>
            <a:off x="8239125" y="1666875"/>
            <a:ext cx="19050" cy="20825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623D99F-A6C1-D2D2-0478-9B2272FD5968}"/>
              </a:ext>
            </a:extLst>
          </p:cNvPr>
          <p:cNvSpPr/>
          <p:nvPr/>
        </p:nvSpPr>
        <p:spPr>
          <a:xfrm>
            <a:off x="3257550" y="1943100"/>
            <a:ext cx="6638926" cy="628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Align and crop to the useful time intervals</a:t>
            </a:r>
          </a:p>
          <a:p>
            <a:pPr algn="ctr"/>
            <a:r>
              <a:rPr lang="en-US" noProof="0" dirty="0"/>
              <a:t>Resample to the same timesteps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E8BA06-BEC9-65D8-76E7-B6FBBF04D481}"/>
              </a:ext>
            </a:extLst>
          </p:cNvPr>
          <p:cNvSpPr txBox="1"/>
          <p:nvPr/>
        </p:nvSpPr>
        <p:spPr>
          <a:xfrm>
            <a:off x="10525125" y="1167884"/>
            <a:ext cx="527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DIY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48409D-68CD-42EC-BD72-20D686DEAE40}"/>
              </a:ext>
            </a:extLst>
          </p:cNvPr>
          <p:cNvSpPr txBox="1"/>
          <p:nvPr/>
        </p:nvSpPr>
        <p:spPr>
          <a:xfrm>
            <a:off x="10523208" y="2072759"/>
            <a:ext cx="527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DIY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6DE7E8-DA0A-1C54-E16C-FE4CED418D3B}"/>
              </a:ext>
            </a:extLst>
          </p:cNvPr>
          <p:cNvSpPr/>
          <p:nvPr/>
        </p:nvSpPr>
        <p:spPr>
          <a:xfrm>
            <a:off x="504827" y="2406370"/>
            <a:ext cx="1862136" cy="90011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Define analysis/library parameters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39AF95A-896C-FB2C-0B32-32D54E2FCFAF}"/>
              </a:ext>
            </a:extLst>
          </p:cNvPr>
          <p:cNvCxnSpPr>
            <a:cxnSpLocks/>
            <a:stCxn id="15" idx="2"/>
            <a:endCxn id="18" idx="0"/>
          </p:cNvCxnSpPr>
          <p:nvPr/>
        </p:nvCxnSpPr>
        <p:spPr>
          <a:xfrm>
            <a:off x="1435895" y="3306483"/>
            <a:ext cx="0" cy="255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54DEA18-3E4A-3699-B4C3-7255104AA955}"/>
              </a:ext>
            </a:extLst>
          </p:cNvPr>
          <p:cNvSpPr/>
          <p:nvPr/>
        </p:nvSpPr>
        <p:spPr>
          <a:xfrm>
            <a:off x="504827" y="3562349"/>
            <a:ext cx="1862136" cy="48185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Generate library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1F2B5B-9599-D476-1F7F-DDFB91415827}"/>
              </a:ext>
            </a:extLst>
          </p:cNvPr>
          <p:cNvSpPr/>
          <p:nvPr/>
        </p:nvSpPr>
        <p:spPr>
          <a:xfrm>
            <a:off x="3217068" y="2933699"/>
            <a:ext cx="1862136" cy="6286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Spatial crop and </a:t>
            </a:r>
            <a:r>
              <a:rPr lang="en-US" noProof="0" dirty="0" err="1"/>
              <a:t>downsample</a:t>
            </a:r>
            <a:endParaRPr lang="en-US" noProof="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1992F3E-6AF6-9DB0-DD54-9D1C6F30B598}"/>
              </a:ext>
            </a:extLst>
          </p:cNvPr>
          <p:cNvCxnSpPr>
            <a:stCxn id="15" idx="3"/>
            <a:endCxn id="19" idx="1"/>
          </p:cNvCxnSpPr>
          <p:nvPr/>
        </p:nvCxnSpPr>
        <p:spPr>
          <a:xfrm>
            <a:off x="2366963" y="2856427"/>
            <a:ext cx="850105" cy="3915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A9DC21DA-03EC-BE95-7719-05DBF5E70B88}"/>
              </a:ext>
            </a:extLst>
          </p:cNvPr>
          <p:cNvSpPr/>
          <p:nvPr/>
        </p:nvSpPr>
        <p:spPr>
          <a:xfrm>
            <a:off x="3217068" y="3817562"/>
            <a:ext cx="1862136" cy="6286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Gabor decompose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D317E6-DFD0-C3B3-854E-48681E623ADF}"/>
              </a:ext>
            </a:extLst>
          </p:cNvPr>
          <p:cNvCxnSpPr>
            <a:stCxn id="19" idx="2"/>
            <a:endCxn id="25" idx="0"/>
          </p:cNvCxnSpPr>
          <p:nvPr/>
        </p:nvCxnSpPr>
        <p:spPr>
          <a:xfrm>
            <a:off x="4148136" y="3562349"/>
            <a:ext cx="0" cy="2552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F6FB629-C894-4163-072E-4E8BDA300E42}"/>
              </a:ext>
            </a:extLst>
          </p:cNvPr>
          <p:cNvCxnSpPr>
            <a:stCxn id="18" idx="3"/>
            <a:endCxn id="25" idx="1"/>
          </p:cNvCxnSpPr>
          <p:nvPr/>
        </p:nvCxnSpPr>
        <p:spPr>
          <a:xfrm>
            <a:off x="2366963" y="3803276"/>
            <a:ext cx="850105" cy="328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DF53E736-58D2-7171-242E-A1479F71F859}"/>
              </a:ext>
            </a:extLst>
          </p:cNvPr>
          <p:cNvSpPr/>
          <p:nvPr/>
        </p:nvSpPr>
        <p:spPr>
          <a:xfrm>
            <a:off x="7327107" y="3749440"/>
            <a:ext cx="1862136" cy="868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Correlate and calculate tuning curves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F58F1BC-F1E6-695E-C05E-5DC48240D051}"/>
              </a:ext>
            </a:extLst>
          </p:cNvPr>
          <p:cNvCxnSpPr>
            <a:stCxn id="25" idx="3"/>
            <a:endCxn id="33" idx="1"/>
          </p:cNvCxnSpPr>
          <p:nvPr/>
        </p:nvCxnSpPr>
        <p:spPr>
          <a:xfrm>
            <a:off x="5079204" y="4131887"/>
            <a:ext cx="2247903" cy="51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2CC264D2-9BCC-D57D-7A49-B47BC15D86D2}"/>
              </a:ext>
            </a:extLst>
          </p:cNvPr>
          <p:cNvSpPr/>
          <p:nvPr/>
        </p:nvSpPr>
        <p:spPr>
          <a:xfrm>
            <a:off x="7327107" y="4897446"/>
            <a:ext cx="1862136" cy="868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Display and verify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E00EF4-1077-FF70-3EC7-E77CDF821746}"/>
              </a:ext>
            </a:extLst>
          </p:cNvPr>
          <p:cNvCxnSpPr>
            <a:stCxn id="33" idx="2"/>
            <a:endCxn id="39" idx="0"/>
          </p:cNvCxnSpPr>
          <p:nvPr/>
        </p:nvCxnSpPr>
        <p:spPr>
          <a:xfrm>
            <a:off x="8258175" y="4617759"/>
            <a:ext cx="0" cy="2796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ight Brace 44">
            <a:extLst>
              <a:ext uri="{FF2B5EF4-FFF2-40B4-BE49-F238E27FC236}">
                <a16:creationId xmlns:a16="http://schemas.microsoft.com/office/drawing/2014/main" id="{0D6E71F7-3A8C-CF5F-0F6A-6D39478794AC}"/>
              </a:ext>
            </a:extLst>
          </p:cNvPr>
          <p:cNvSpPr/>
          <p:nvPr/>
        </p:nvSpPr>
        <p:spPr>
          <a:xfrm rot="5400000">
            <a:off x="2713433" y="4346076"/>
            <a:ext cx="352425" cy="4102892"/>
          </a:xfrm>
          <a:prstGeom prst="righ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3B0952-491C-D719-8173-FE720A6BA147}"/>
              </a:ext>
            </a:extLst>
          </p:cNvPr>
          <p:cNvSpPr txBox="1"/>
          <p:nvPr/>
        </p:nvSpPr>
        <p:spPr>
          <a:xfrm>
            <a:off x="1728245" y="6488668"/>
            <a:ext cx="2518062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Run and store per video</a:t>
            </a:r>
          </a:p>
        </p:txBody>
      </p:sp>
      <p:sp>
        <p:nvSpPr>
          <p:cNvPr id="47" name="Right Brace 46">
            <a:extLst>
              <a:ext uri="{FF2B5EF4-FFF2-40B4-BE49-F238E27FC236}">
                <a16:creationId xmlns:a16="http://schemas.microsoft.com/office/drawing/2014/main" id="{2F768105-EB4F-BFDC-E124-5474A806AE19}"/>
              </a:ext>
            </a:extLst>
          </p:cNvPr>
          <p:cNvSpPr/>
          <p:nvPr/>
        </p:nvSpPr>
        <p:spPr>
          <a:xfrm rot="5400000">
            <a:off x="8054578" y="5358210"/>
            <a:ext cx="352425" cy="1916904"/>
          </a:xfrm>
          <a:prstGeom prst="righ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FCE1EAF-070A-21BC-986C-6F5C3B775333}"/>
              </a:ext>
            </a:extLst>
          </p:cNvPr>
          <p:cNvSpPr txBox="1"/>
          <p:nvPr/>
        </p:nvSpPr>
        <p:spPr>
          <a:xfrm>
            <a:off x="7147970" y="6485450"/>
            <a:ext cx="2400337" cy="36933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Run per measurement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9063EB-1396-27BF-8114-C890ECAF9CF5}"/>
              </a:ext>
            </a:extLst>
          </p:cNvPr>
          <p:cNvSpPr txBox="1"/>
          <p:nvPr/>
        </p:nvSpPr>
        <p:spPr>
          <a:xfrm>
            <a:off x="0" y="3248379"/>
            <a:ext cx="21526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S1_gabor_test_vS.ipynb</a:t>
            </a:r>
            <a:endParaRPr lang="hu-HU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9F08CF-84F7-7376-1FFA-FB47B5C2AE1E}"/>
              </a:ext>
            </a:extLst>
          </p:cNvPr>
          <p:cNvSpPr txBox="1"/>
          <p:nvPr/>
        </p:nvSpPr>
        <p:spPr>
          <a:xfrm>
            <a:off x="-1" y="4042118"/>
            <a:ext cx="26860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strike="sngStrike" dirty="0"/>
              <a:t>S2_gabor_library_generation_vS.ipynb</a:t>
            </a:r>
            <a:endParaRPr lang="hu-HU" sz="1200" strike="sngStrik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1ED34E-3A3A-02A6-32BF-AB3C32E79F28}"/>
              </a:ext>
            </a:extLst>
          </p:cNvPr>
          <p:cNvSpPr txBox="1"/>
          <p:nvPr/>
        </p:nvSpPr>
        <p:spPr>
          <a:xfrm>
            <a:off x="3452307" y="4501215"/>
            <a:ext cx="23293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100" dirty="0"/>
              <a:t>S3_video_decomposition_vS.ipynb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396CA1-F93D-26FD-9E28-FCAF3E031BF0}"/>
              </a:ext>
            </a:extLst>
          </p:cNvPr>
          <p:cNvSpPr txBox="1"/>
          <p:nvPr/>
        </p:nvSpPr>
        <p:spPr>
          <a:xfrm>
            <a:off x="9189243" y="4042118"/>
            <a:ext cx="289798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S4_simple_feature_estimation_test_vS.ipynb S5_complex_feature_estimation_vS.ipynb</a:t>
            </a:r>
            <a:endParaRPr lang="hu-HU" sz="11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C13467E-4569-DACA-7CEB-64BB079D8E2D}"/>
              </a:ext>
            </a:extLst>
          </p:cNvPr>
          <p:cNvCxnSpPr/>
          <p:nvPr/>
        </p:nvCxnSpPr>
        <p:spPr>
          <a:xfrm flipV="1">
            <a:off x="504827" y="3562349"/>
            <a:ext cx="1862136" cy="4797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9329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233</Words>
  <Application>Microsoft Office PowerPoint</Application>
  <PresentationFormat>Widescreen</PresentationFormat>
  <Paragraphs>41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waven2 figures</vt:lpstr>
      <vt:lpstr>Flowchart – according to Skriabine S. et al 2026.</vt:lpstr>
      <vt:lpstr>Flowchart – upgraded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Katona Gergely</dc:creator>
  <cp:lastModifiedBy>Katona Gergely</cp:lastModifiedBy>
  <cp:revision>5</cp:revision>
  <dcterms:created xsi:type="dcterms:W3CDTF">2026-04-29T13:48:17Z</dcterms:created>
  <dcterms:modified xsi:type="dcterms:W3CDTF">2026-05-26T08:02:44Z</dcterms:modified>
</cp:coreProperties>
</file>