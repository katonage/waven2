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4490-C981-B477-2E85-1DDA5BE9F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DB93C-96EB-CAA5-0493-B2F86F20B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75C32-750E-976A-9569-6DC499AE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350FC-7AF7-0421-598B-23FF07BB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6AA18-117B-1D7E-7712-EA02009DE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600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B4B2-0606-7C78-9CDD-26922E61E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B249C-6C98-0CB9-D180-C911CD4C0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14409-E18E-3B0F-8AFD-573B4385F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2704E-8E7D-EE10-1CE9-6110CC7B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2AB88-61F1-F828-6E5C-9472D080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358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A201-1DE1-3BD2-CD17-EE2304AC3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D41FA-5009-79CB-7360-8816FC9FE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A84C5-4315-B73D-F9B2-B6272F0B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31876-E051-6959-15EE-F4C1623E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23398-F19A-B677-9571-6722C9ED0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67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02B6-DFEC-60D7-5F30-4BFA42D5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FDB62-470B-2E34-9173-B18CFABC1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FDCB9-A130-B0C5-306E-05A18404B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F5ACF-F7B8-A6F6-9110-963AD004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47D-FDA7-7F99-887A-997E06BC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BC0BC-480F-CC4E-3C50-B7CA00F1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680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80DE-C957-5D2C-54AE-238B781A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BEEAC-BB9D-4891-D300-16A222A25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CB204-8148-5408-F368-40BAD997B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8C85D-28D9-1EDE-D790-63BC8FF34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27AB6F-BD13-46A4-13F1-B1A253C3F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ECC91-AC5E-5926-0381-4AD6C7CE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083B0E-DBA8-9405-1F43-8F5EAABF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F44E8-24E9-BACE-323D-2F6D00F0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777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BCFA-9777-82D2-F32C-B3262E17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612DE-C70C-2C4E-A704-F46F4126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A44A1-70AD-F79F-293B-D98BBAE4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C5CE6-F711-6F0A-41AE-41CEEB19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0640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A8B68-FABE-577A-B35F-279DDBE4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29416-894C-71EE-777E-19C1B9E4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A6836-6FBF-BAA4-0392-FBAA3BBD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9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F497-9014-C0B4-B846-555B2568D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93DC2-BDA2-784C-2670-D55D05B25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BADF4-1D88-65A6-2C74-720037628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5D490-7826-0CE5-07B0-B5F5861E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24102-A4BF-CF4E-D07C-8701778D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6B160-4C3D-AFBA-B270-F9E41533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130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3FA4-B7D2-E0FC-38A1-C2F8CEFC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C067F7-7F25-86FB-14F3-4CFF14E2B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C79FF-1624-69D9-8927-ED2F90B49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05E2F-CD09-C46B-392F-4E6E39805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F1758-F244-A302-0D5E-38D3D467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EE115-421F-4DF0-DDF2-8BE41E65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462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B2D8D-1497-600C-1260-E510E6D6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74669-2370-A17D-4B79-C92BDA971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130AC-ADA4-04EA-0A3B-C66C9B3E2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74FF2-FD9A-A804-D5E9-528EBAF9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3C2A0-858D-ACFF-FDC1-085A1E20B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453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69378-DC36-3973-B5E2-79FAE90D6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3486A-5594-12BD-1D84-C01341519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94E04-F4C4-114A-E658-FD46DAF3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374CD-1F5F-988B-28E7-9BD4742D4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BCFC7-0529-54A1-2A31-423FA6F8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032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91C158-8E9F-8706-BEF9-214A661E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1077B-B91B-3538-5E06-5BC526B83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1A082-A0F4-E26A-E492-70148328D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CD7DF-6172-4688-BB16-5EFDD80F3786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41D69-52DE-DDE8-14B7-38070490B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763FB-84A7-3F1F-6341-0D8811F37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AA7A1-1907-46E3-9D42-DDA8DCF51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690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C395-4207-EA70-AD6B-8D9A159C7B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waven2 </a:t>
            </a:r>
            <a:r>
              <a:rPr lang="hu-HU" dirty="0" err="1"/>
              <a:t>figures</a:t>
            </a:r>
            <a:endParaRPr lang="hu-H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853CB-1B0D-3ADC-B18F-3F81F1E516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458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3262-AF4B-BCC8-1B5B-112E19A6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hu-HU" dirty="0" err="1"/>
              <a:t>Flowchart</a:t>
            </a:r>
            <a:endParaRPr lang="hu-H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94F2CD-B4C1-096E-BB4E-EAD5D2C83A88}"/>
              </a:ext>
            </a:extLst>
          </p:cNvPr>
          <p:cNvSpPr/>
          <p:nvPr/>
        </p:nvSpPr>
        <p:spPr>
          <a:xfrm>
            <a:off x="3257549" y="1038225"/>
            <a:ext cx="1781175" cy="628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Stimulus</a:t>
            </a:r>
            <a:r>
              <a:rPr lang="hu-HU" dirty="0"/>
              <a:t> video displayed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EDB08-73B8-7360-108A-EF40B9E46B1E}"/>
              </a:ext>
            </a:extLst>
          </p:cNvPr>
          <p:cNvSpPr/>
          <p:nvPr/>
        </p:nvSpPr>
        <p:spPr>
          <a:xfrm>
            <a:off x="6581774" y="1038225"/>
            <a:ext cx="3314701" cy="628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Measured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decomposed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individual</a:t>
            </a:r>
            <a:r>
              <a:rPr lang="hu-HU" dirty="0"/>
              <a:t> </a:t>
            </a:r>
            <a:r>
              <a:rPr lang="hu-HU" dirty="0" err="1"/>
              <a:t>units</a:t>
            </a:r>
            <a:r>
              <a:rPr lang="hu-HU" dirty="0"/>
              <a:t>/</a:t>
            </a:r>
            <a:r>
              <a:rPr lang="hu-HU" dirty="0" err="1"/>
              <a:t>cells</a:t>
            </a:r>
            <a:endParaRPr lang="hu-HU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C4800D-2A4D-F60D-C203-3E6902308DBD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133850" y="1666875"/>
            <a:ext cx="14287" cy="1262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39FF14-5F00-043D-C5C7-937D5C0C871F}"/>
              </a:ext>
            </a:extLst>
          </p:cNvPr>
          <p:cNvCxnSpPr>
            <a:cxnSpLocks/>
            <a:stCxn id="5" idx="2"/>
            <a:endCxn id="33" idx="0"/>
          </p:cNvCxnSpPr>
          <p:nvPr/>
        </p:nvCxnSpPr>
        <p:spPr>
          <a:xfrm>
            <a:off x="8239125" y="1666875"/>
            <a:ext cx="19050" cy="2082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33436AF-4856-6B03-1A7B-ED042BA0EDBB}"/>
              </a:ext>
            </a:extLst>
          </p:cNvPr>
          <p:cNvSpPr/>
          <p:nvPr/>
        </p:nvSpPr>
        <p:spPr>
          <a:xfrm>
            <a:off x="3257550" y="1943100"/>
            <a:ext cx="6638926" cy="628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Align</a:t>
            </a:r>
            <a:r>
              <a:rPr lang="hu-HU" dirty="0"/>
              <a:t> and </a:t>
            </a:r>
            <a:r>
              <a:rPr lang="hu-HU" dirty="0" err="1"/>
              <a:t>crop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useful</a:t>
            </a:r>
            <a:r>
              <a:rPr lang="hu-HU" dirty="0"/>
              <a:t> </a:t>
            </a:r>
            <a:r>
              <a:rPr lang="hu-HU" dirty="0" err="1"/>
              <a:t>time</a:t>
            </a:r>
            <a:r>
              <a:rPr lang="hu-HU" dirty="0"/>
              <a:t> </a:t>
            </a:r>
            <a:r>
              <a:rPr lang="hu-HU" dirty="0" err="1"/>
              <a:t>intervals</a:t>
            </a:r>
            <a:endParaRPr lang="hu-HU" dirty="0"/>
          </a:p>
          <a:p>
            <a:pPr algn="ctr"/>
            <a:r>
              <a:rPr lang="hu-HU" dirty="0" err="1"/>
              <a:t>Resample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same</a:t>
            </a:r>
            <a:r>
              <a:rPr lang="hu-HU" dirty="0"/>
              <a:t> </a:t>
            </a:r>
            <a:r>
              <a:rPr lang="hu-HU" dirty="0" err="1"/>
              <a:t>timesteps</a:t>
            </a:r>
            <a:endParaRPr lang="hu-H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F4A74-2CA3-406B-8747-0A9E3C88E414}"/>
              </a:ext>
            </a:extLst>
          </p:cNvPr>
          <p:cNvSpPr txBox="1"/>
          <p:nvPr/>
        </p:nvSpPr>
        <p:spPr>
          <a:xfrm>
            <a:off x="10525125" y="1167884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DIY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CD5F0E-105E-AB3D-3552-1BE6C1A16AB6}"/>
              </a:ext>
            </a:extLst>
          </p:cNvPr>
          <p:cNvSpPr txBox="1"/>
          <p:nvPr/>
        </p:nvSpPr>
        <p:spPr>
          <a:xfrm>
            <a:off x="10523208" y="2072759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DIY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538A67-F0D8-C68D-CB88-AEEC8C9CE8BF}"/>
              </a:ext>
            </a:extLst>
          </p:cNvPr>
          <p:cNvSpPr/>
          <p:nvPr/>
        </p:nvSpPr>
        <p:spPr>
          <a:xfrm>
            <a:off x="504827" y="2406370"/>
            <a:ext cx="1862136" cy="9001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Define</a:t>
            </a:r>
            <a:r>
              <a:rPr lang="hu-HU" dirty="0"/>
              <a:t> </a:t>
            </a:r>
            <a:r>
              <a:rPr lang="hu-HU" dirty="0" err="1"/>
              <a:t>analysis</a:t>
            </a:r>
            <a:r>
              <a:rPr lang="hu-HU" dirty="0"/>
              <a:t>/</a:t>
            </a:r>
            <a:r>
              <a:rPr lang="hu-HU" dirty="0" err="1"/>
              <a:t>library</a:t>
            </a:r>
            <a:r>
              <a:rPr lang="hu-HU" dirty="0"/>
              <a:t> </a:t>
            </a:r>
            <a:r>
              <a:rPr lang="hu-HU" dirty="0" err="1"/>
              <a:t>parameters</a:t>
            </a:r>
            <a:endParaRPr lang="hu-HU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BC8649-EA86-A35E-78A5-8F9B9BE8927A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>
            <a:off x="1435895" y="3306483"/>
            <a:ext cx="0" cy="255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E48E9E0-4C1B-EBF1-14A6-8F6E4F8C7D45}"/>
              </a:ext>
            </a:extLst>
          </p:cNvPr>
          <p:cNvSpPr/>
          <p:nvPr/>
        </p:nvSpPr>
        <p:spPr>
          <a:xfrm>
            <a:off x="504827" y="3562349"/>
            <a:ext cx="1862136" cy="4818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Generate</a:t>
            </a:r>
            <a:r>
              <a:rPr lang="hu-HU" dirty="0"/>
              <a:t> </a:t>
            </a:r>
            <a:r>
              <a:rPr lang="hu-HU" dirty="0" err="1"/>
              <a:t>library</a:t>
            </a:r>
            <a:endParaRPr lang="hu-H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774DCA-FBAC-1131-5DB2-6177F07815A0}"/>
              </a:ext>
            </a:extLst>
          </p:cNvPr>
          <p:cNvSpPr/>
          <p:nvPr/>
        </p:nvSpPr>
        <p:spPr>
          <a:xfrm>
            <a:off x="3217068" y="2933699"/>
            <a:ext cx="1862136" cy="6286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Spatial</a:t>
            </a:r>
            <a:r>
              <a:rPr lang="hu-HU" dirty="0"/>
              <a:t> </a:t>
            </a:r>
            <a:r>
              <a:rPr lang="hu-HU" dirty="0" err="1"/>
              <a:t>crop</a:t>
            </a:r>
            <a:r>
              <a:rPr lang="hu-HU" dirty="0"/>
              <a:t> and </a:t>
            </a:r>
            <a:r>
              <a:rPr lang="hu-HU" dirty="0" err="1"/>
              <a:t>downsample</a:t>
            </a:r>
            <a:endParaRPr lang="hu-HU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963E46A-4902-05B8-316A-E44A72249F4F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>
            <a:off x="2366963" y="2856427"/>
            <a:ext cx="850105" cy="391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06DD828-2A8D-5B86-DDF3-6A059B7C79C6}"/>
              </a:ext>
            </a:extLst>
          </p:cNvPr>
          <p:cNvSpPr/>
          <p:nvPr/>
        </p:nvSpPr>
        <p:spPr>
          <a:xfrm>
            <a:off x="3217068" y="3817562"/>
            <a:ext cx="1862136" cy="6286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Gabor</a:t>
            </a:r>
            <a:r>
              <a:rPr lang="hu-HU" dirty="0"/>
              <a:t> </a:t>
            </a:r>
            <a:r>
              <a:rPr lang="hu-HU" dirty="0" err="1"/>
              <a:t>decompose</a:t>
            </a:r>
            <a:endParaRPr lang="hu-HU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BFA7B79-4FAC-EA1D-8B60-3AF2479EDBC6}"/>
              </a:ext>
            </a:extLst>
          </p:cNvPr>
          <p:cNvCxnSpPr>
            <a:stCxn id="19" idx="2"/>
            <a:endCxn id="25" idx="0"/>
          </p:cNvCxnSpPr>
          <p:nvPr/>
        </p:nvCxnSpPr>
        <p:spPr>
          <a:xfrm>
            <a:off x="4148136" y="3562349"/>
            <a:ext cx="0" cy="255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4430EE1-0D82-088B-F578-EE15BBF2ED29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2366963" y="3803276"/>
            <a:ext cx="850105" cy="328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82AC4EC-E0E0-1A68-560A-0A4B2B503EAD}"/>
              </a:ext>
            </a:extLst>
          </p:cNvPr>
          <p:cNvSpPr/>
          <p:nvPr/>
        </p:nvSpPr>
        <p:spPr>
          <a:xfrm>
            <a:off x="7327107" y="3749440"/>
            <a:ext cx="1862136" cy="868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Correlate</a:t>
            </a:r>
            <a:r>
              <a:rPr lang="hu-HU" dirty="0"/>
              <a:t> and </a:t>
            </a:r>
            <a:r>
              <a:rPr lang="hu-HU" dirty="0" err="1"/>
              <a:t>calculate</a:t>
            </a:r>
            <a:r>
              <a:rPr lang="hu-HU" dirty="0"/>
              <a:t> </a:t>
            </a:r>
            <a:r>
              <a:rPr lang="hu-HU" dirty="0" err="1"/>
              <a:t>tuning</a:t>
            </a:r>
            <a:r>
              <a:rPr lang="hu-HU" dirty="0"/>
              <a:t> </a:t>
            </a:r>
            <a:r>
              <a:rPr lang="hu-HU" dirty="0" err="1"/>
              <a:t>curves</a:t>
            </a:r>
            <a:endParaRPr lang="hu-HU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5AE558D-6ABD-A879-6DDE-A45CDB27673A}"/>
              </a:ext>
            </a:extLst>
          </p:cNvPr>
          <p:cNvCxnSpPr>
            <a:stCxn id="25" idx="3"/>
            <a:endCxn id="33" idx="1"/>
          </p:cNvCxnSpPr>
          <p:nvPr/>
        </p:nvCxnSpPr>
        <p:spPr>
          <a:xfrm>
            <a:off x="5079204" y="4131887"/>
            <a:ext cx="2247903" cy="51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D9A3C2C-ADE4-9B87-6407-EC37CF88FBCC}"/>
              </a:ext>
            </a:extLst>
          </p:cNvPr>
          <p:cNvSpPr/>
          <p:nvPr/>
        </p:nvSpPr>
        <p:spPr>
          <a:xfrm>
            <a:off x="7327107" y="4897446"/>
            <a:ext cx="1862136" cy="868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Display and </a:t>
            </a:r>
            <a:r>
              <a:rPr lang="hu-HU" dirty="0" err="1"/>
              <a:t>verify</a:t>
            </a:r>
            <a:endParaRPr lang="hu-HU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08FEAE-8ED6-3913-34A1-254B4C80619A}"/>
              </a:ext>
            </a:extLst>
          </p:cNvPr>
          <p:cNvCxnSpPr>
            <a:stCxn id="33" idx="2"/>
            <a:endCxn id="39" idx="0"/>
          </p:cNvCxnSpPr>
          <p:nvPr/>
        </p:nvCxnSpPr>
        <p:spPr>
          <a:xfrm>
            <a:off x="8258175" y="4617759"/>
            <a:ext cx="0" cy="279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ight Brace 44">
            <a:extLst>
              <a:ext uri="{FF2B5EF4-FFF2-40B4-BE49-F238E27FC236}">
                <a16:creationId xmlns:a16="http://schemas.microsoft.com/office/drawing/2014/main" id="{5E45B623-4E4E-1DFD-B8D0-46CB833BB0CC}"/>
              </a:ext>
            </a:extLst>
          </p:cNvPr>
          <p:cNvSpPr/>
          <p:nvPr/>
        </p:nvSpPr>
        <p:spPr>
          <a:xfrm rot="5400000">
            <a:off x="2713433" y="4346076"/>
            <a:ext cx="352425" cy="4102892"/>
          </a:xfrm>
          <a:prstGeom prst="righ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65D574-4C87-1278-24D5-0F910CD32A6C}"/>
              </a:ext>
            </a:extLst>
          </p:cNvPr>
          <p:cNvSpPr txBox="1"/>
          <p:nvPr/>
        </p:nvSpPr>
        <p:spPr>
          <a:xfrm>
            <a:off x="1728245" y="6488668"/>
            <a:ext cx="2518062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Run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store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per video</a:t>
            </a:r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5209A617-EEE8-088E-7B35-0572F5EACE39}"/>
              </a:ext>
            </a:extLst>
          </p:cNvPr>
          <p:cNvSpPr/>
          <p:nvPr/>
        </p:nvSpPr>
        <p:spPr>
          <a:xfrm rot="5400000">
            <a:off x="8054578" y="5358210"/>
            <a:ext cx="352425" cy="1916904"/>
          </a:xfrm>
          <a:prstGeom prst="righ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74C058-8369-0972-8877-8299B2C6BE39}"/>
              </a:ext>
            </a:extLst>
          </p:cNvPr>
          <p:cNvSpPr txBox="1"/>
          <p:nvPr/>
        </p:nvSpPr>
        <p:spPr>
          <a:xfrm>
            <a:off x="7147970" y="6485450"/>
            <a:ext cx="240033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Run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per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measurement</a:t>
            </a:r>
            <a:endParaRPr lang="hu-H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8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waven2 figures</vt:lpstr>
      <vt:lpstr>Flowchart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Katona Gergely</dc:creator>
  <cp:lastModifiedBy>Katona Gergely</cp:lastModifiedBy>
  <cp:revision>4</cp:revision>
  <dcterms:created xsi:type="dcterms:W3CDTF">2026-04-29T13:48:17Z</dcterms:created>
  <dcterms:modified xsi:type="dcterms:W3CDTF">2026-04-29T13:58:21Z</dcterms:modified>
</cp:coreProperties>
</file>